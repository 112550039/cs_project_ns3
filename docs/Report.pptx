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3745" autoAdjust="0"/>
  </p:normalViewPr>
  <p:slideViewPr>
    <p:cSldViewPr snapToGrid="0">
      <p:cViewPr varScale="1">
        <p:scale>
          <a:sx n="34" d="100"/>
          <a:sy n="34" d="100"/>
        </p:scale>
        <p:origin x="91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262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79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59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6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3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94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70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81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28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555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1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FB994-8C7A-432F-9145-2B89982E530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85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A43AAF6-BC9D-7FC3-0C6E-73D6718EB573}"/>
              </a:ext>
            </a:extLst>
          </p:cNvPr>
          <p:cNvSpPr txBox="1"/>
          <p:nvPr/>
        </p:nvSpPr>
        <p:spPr>
          <a:xfrm>
            <a:off x="2325950" y="872251"/>
            <a:ext cx="171222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5400" b="1" dirty="0">
                <a:solidFill>
                  <a:srgbClr val="C00000"/>
                </a:solidFill>
              </a:rPr>
              <a:t>An NS-3-Based Framework for Schedule Replay, Link Probing, and Mission Verification in UAV-LEO Networks</a:t>
            </a:r>
            <a:endParaRPr lang="zh-TW" altLang="en-US" sz="5400" b="1" dirty="0">
              <a:solidFill>
                <a:srgbClr val="C0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C2975-9F1C-A660-B3BA-2A1A04A982F2}"/>
              </a:ext>
            </a:extLst>
          </p:cNvPr>
          <p:cNvSpPr txBox="1"/>
          <p:nvPr/>
        </p:nvSpPr>
        <p:spPr>
          <a:xfrm>
            <a:off x="3833812" y="2626577"/>
            <a:ext cx="13716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Author : 112550039  </a:t>
            </a:r>
            <a:r>
              <a:rPr lang="zh-TW" altLang="en-US" sz="2000" dirty="0"/>
              <a:t>李宗諺</a:t>
            </a:r>
            <a:r>
              <a:rPr lang="en-US" altLang="zh-TW" sz="2000" dirty="0"/>
              <a:t>, 112550139</a:t>
            </a:r>
            <a:r>
              <a:rPr lang="zh-TW" altLang="en-US" sz="2000" dirty="0"/>
              <a:t> 簡士原</a:t>
            </a:r>
            <a:endParaRPr lang="en-US" altLang="zh-TW" sz="2000" dirty="0"/>
          </a:p>
          <a:p>
            <a:pPr algn="ctr"/>
            <a:r>
              <a:rPr lang="en-US" altLang="zh-TW" sz="2000" dirty="0"/>
              <a:t>Department/University : Computer Science/National Yang Ming Chiao Tung University</a:t>
            </a:r>
          </a:p>
          <a:p>
            <a:pPr algn="ctr"/>
            <a:r>
              <a:rPr lang="en-US" altLang="zh-TW" sz="2000" dirty="0"/>
              <a:t>Advisor : Kate Ching-Ju Lin</a:t>
            </a:r>
            <a:endParaRPr lang="zh-TW" altLang="en-US" sz="20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6FC2188-5B09-ED71-44DA-22C61B2F856B}"/>
              </a:ext>
            </a:extLst>
          </p:cNvPr>
          <p:cNvSpPr txBox="1"/>
          <p:nvPr/>
        </p:nvSpPr>
        <p:spPr>
          <a:xfrm>
            <a:off x="928687" y="3826905"/>
            <a:ext cx="199167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</a:rPr>
              <a:t>Background and Motivation</a:t>
            </a:r>
          </a:p>
          <a:p>
            <a:r>
              <a:rPr lang="en-US" altLang="zh-TW" sz="3200" dirty="0"/>
              <a:t> • UAV and LEO networks are important for wide-area communication and task delivery. </a:t>
            </a:r>
          </a:p>
          <a:p>
            <a:r>
              <a:rPr lang="en-US" altLang="zh-TW" sz="3200" dirty="0"/>
              <a:t> • Scheduling and validating communication tasks in such networks is challenging. </a:t>
            </a:r>
          </a:p>
          <a:p>
            <a:r>
              <a:rPr lang="en-US" altLang="zh-TW" sz="3200" dirty="0"/>
              <a:t> • A simulation framework is needed to replay schedules and verify whether mission deadlines can be met.</a:t>
            </a:r>
          </a:p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910FA4-9020-0303-B458-DDF5EDCA9A05}"/>
              </a:ext>
            </a:extLst>
          </p:cNvPr>
          <p:cNvSpPr txBox="1"/>
          <p:nvPr/>
        </p:nvSpPr>
        <p:spPr>
          <a:xfrm>
            <a:off x="928685" y="5972911"/>
            <a:ext cx="1991677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</a:rPr>
              <a:t>Problem Statement</a:t>
            </a:r>
          </a:p>
          <a:p>
            <a:r>
              <a:rPr lang="en-US" altLang="zh-TW" sz="3200" dirty="0"/>
              <a:t> • External schedulers may generate communication schedules, but their feasibility must be verified.</a:t>
            </a:r>
          </a:p>
          <a:p>
            <a:r>
              <a:rPr lang="en-US" altLang="zh-TW" sz="3200" dirty="0"/>
              <a:t> • We need a framework that can replay task schedules in NS-3 and evaluate communication performance.</a:t>
            </a:r>
          </a:p>
          <a:p>
            <a:r>
              <a:rPr lang="en-US" altLang="zh-TW" sz="3200" dirty="0"/>
              <a:t> • We also need to estimate or measure link quality for UAV-to-UAV and UAV-to-LEO communication.</a:t>
            </a:r>
            <a:endParaRPr lang="zh-TW" altLang="en-US" sz="3200" dirty="0"/>
          </a:p>
        </p:txBody>
      </p:sp>
      <p:pic>
        <p:nvPicPr>
          <p:cNvPr id="9" name="圖片 8" descr="Seal-NYCU Secretariat">
            <a:extLst>
              <a:ext uri="{FF2B5EF4-FFF2-40B4-BE49-F238E27FC236}">
                <a16:creationId xmlns:a16="http://schemas.microsoft.com/office/drawing/2014/main" id="{22C4AD91-54E8-7E8E-D818-ABBF6F18A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0536" y="2342849"/>
            <a:ext cx="5114925" cy="208859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FDD6EB5-0AA2-48FB-AB3B-8E7649083C2A}"/>
              </a:ext>
            </a:extLst>
          </p:cNvPr>
          <p:cNvSpPr txBox="1"/>
          <p:nvPr/>
        </p:nvSpPr>
        <p:spPr>
          <a:xfrm>
            <a:off x="928685" y="8211891"/>
            <a:ext cx="19916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</a:rPr>
              <a:t>Methods &amp; Results</a:t>
            </a:r>
            <a:endParaRPr lang="zh-TW" altLang="en-US" sz="3200" dirty="0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2A5E5E1C-A552-FC5B-0B74-F4A83685DF3A}"/>
              </a:ext>
            </a:extLst>
          </p:cNvPr>
          <p:cNvGrpSpPr/>
          <p:nvPr/>
        </p:nvGrpSpPr>
        <p:grpSpPr>
          <a:xfrm>
            <a:off x="600812" y="8973543"/>
            <a:ext cx="13426956" cy="4829041"/>
            <a:chOff x="928685" y="9572625"/>
            <a:chExt cx="6972301" cy="4450556"/>
          </a:xfrm>
        </p:grpSpPr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B8A06844-7B18-C1C0-22E5-5630CF5522B9}"/>
                </a:ext>
              </a:extLst>
            </p:cNvPr>
            <p:cNvSpPr/>
            <p:nvPr/>
          </p:nvSpPr>
          <p:spPr>
            <a:xfrm>
              <a:off x="928686" y="9572625"/>
              <a:ext cx="6972300" cy="445055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147B9B10-86F0-2B8B-E1CA-D7DCA8C616B7}"/>
                </a:ext>
              </a:extLst>
            </p:cNvPr>
            <p:cNvSpPr txBox="1"/>
            <p:nvPr/>
          </p:nvSpPr>
          <p:spPr>
            <a:xfrm>
              <a:off x="928685" y="9677014"/>
              <a:ext cx="6972300" cy="567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400" b="1" dirty="0"/>
                <a:t>UAV-to-UAV Probe</a:t>
              </a:r>
              <a:endParaRPr lang="zh-TW" altLang="en-US" sz="3400" b="1" dirty="0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CCA2105-6DBB-67BC-DC32-76256CD9A53E}"/>
              </a:ext>
            </a:extLst>
          </p:cNvPr>
          <p:cNvGrpSpPr/>
          <p:nvPr/>
        </p:nvGrpSpPr>
        <p:grpSpPr>
          <a:xfrm>
            <a:off x="514527" y="14020153"/>
            <a:ext cx="13426954" cy="4829041"/>
            <a:chOff x="928685" y="9572625"/>
            <a:chExt cx="6972301" cy="4450556"/>
          </a:xfrm>
        </p:grpSpPr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2EDFDD8B-2059-65BB-4136-A0114F533964}"/>
                </a:ext>
              </a:extLst>
            </p:cNvPr>
            <p:cNvSpPr/>
            <p:nvPr/>
          </p:nvSpPr>
          <p:spPr>
            <a:xfrm>
              <a:off x="928686" y="9572625"/>
              <a:ext cx="6972300" cy="445055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C87DB47F-64F6-D8FB-1A11-821A516595AE}"/>
                </a:ext>
              </a:extLst>
            </p:cNvPr>
            <p:cNvSpPr txBox="1"/>
            <p:nvPr/>
          </p:nvSpPr>
          <p:spPr>
            <a:xfrm>
              <a:off x="928685" y="9677014"/>
              <a:ext cx="6972300" cy="567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400" b="1" dirty="0"/>
                <a:t>NS-3 Schedule Replay / Verification</a:t>
              </a:r>
              <a:endParaRPr lang="zh-TW" altLang="en-US" sz="3400" b="1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2758803-CB13-9FD0-EA7B-55416FA5926E}"/>
              </a:ext>
            </a:extLst>
          </p:cNvPr>
          <p:cNvGrpSpPr/>
          <p:nvPr/>
        </p:nvGrpSpPr>
        <p:grpSpPr>
          <a:xfrm>
            <a:off x="514527" y="19097015"/>
            <a:ext cx="13397923" cy="4829041"/>
            <a:chOff x="928685" y="9572625"/>
            <a:chExt cx="6972301" cy="4450556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7570CB07-8B77-D06A-05E1-A3388792A05B}"/>
                </a:ext>
              </a:extLst>
            </p:cNvPr>
            <p:cNvSpPr/>
            <p:nvPr/>
          </p:nvSpPr>
          <p:spPr>
            <a:xfrm>
              <a:off x="928686" y="9572625"/>
              <a:ext cx="6972300" cy="445055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43E54B8B-FFA1-0B09-5621-594F268DAD78}"/>
                </a:ext>
              </a:extLst>
            </p:cNvPr>
            <p:cNvSpPr txBox="1"/>
            <p:nvPr/>
          </p:nvSpPr>
          <p:spPr>
            <a:xfrm>
              <a:off x="928685" y="9677014"/>
              <a:ext cx="6972300" cy="567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400" b="1" dirty="0"/>
                <a:t>UAV-to-LEO Uplink</a:t>
              </a:r>
              <a:endParaRPr lang="zh-TW" altLang="en-US" sz="3400" b="1" dirty="0"/>
            </a:p>
          </p:txBody>
        </p:sp>
      </p:grp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A342C980-884B-A1BC-0F12-CDDFE3330028}"/>
              </a:ext>
            </a:extLst>
          </p:cNvPr>
          <p:cNvGrpSpPr/>
          <p:nvPr/>
        </p:nvGrpSpPr>
        <p:grpSpPr>
          <a:xfrm>
            <a:off x="14461155" y="8919777"/>
            <a:ext cx="6407943" cy="15006279"/>
            <a:chOff x="928686" y="9572625"/>
            <a:chExt cx="6972300" cy="4450556"/>
          </a:xfrm>
        </p:grpSpPr>
        <p:sp>
          <p:nvSpPr>
            <p:cNvPr id="62" name="矩形: 圓角 61">
              <a:extLst>
                <a:ext uri="{FF2B5EF4-FFF2-40B4-BE49-F238E27FC236}">
                  <a16:creationId xmlns:a16="http://schemas.microsoft.com/office/drawing/2014/main" id="{E84668A6-42FE-03D8-DB0D-03993B959D2E}"/>
                </a:ext>
              </a:extLst>
            </p:cNvPr>
            <p:cNvSpPr/>
            <p:nvPr/>
          </p:nvSpPr>
          <p:spPr>
            <a:xfrm>
              <a:off x="928686" y="9572625"/>
              <a:ext cx="6972300" cy="4450556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5B3A5BBF-FC38-C7E9-B94E-EE79F57A19E4}"/>
                </a:ext>
              </a:extLst>
            </p:cNvPr>
            <p:cNvSpPr txBox="1"/>
            <p:nvPr/>
          </p:nvSpPr>
          <p:spPr>
            <a:xfrm>
              <a:off x="928686" y="9625394"/>
              <a:ext cx="6972300" cy="856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400" b="1" dirty="0"/>
                <a:t>System Architecture &amp;</a:t>
              </a:r>
              <a:r>
                <a:rPr lang="zh-TW" altLang="en-US" sz="3400" b="1" dirty="0"/>
                <a:t> </a:t>
              </a:r>
              <a:r>
                <a:rPr lang="en-US" altLang="zh-TW" sz="3400" b="1" dirty="0"/>
                <a:t>Data Flow</a:t>
              </a:r>
              <a:endParaRPr lang="zh-TW" altLang="en-US" sz="3400" b="1" dirty="0"/>
            </a:p>
          </p:txBody>
        </p:sp>
      </p:grp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CA04B8C9-C1DF-85DF-FCEA-05CB4FD47E58}"/>
              </a:ext>
            </a:extLst>
          </p:cNvPr>
          <p:cNvCxnSpPr>
            <a:cxnSpLocks/>
          </p:cNvCxnSpPr>
          <p:nvPr/>
        </p:nvCxnSpPr>
        <p:spPr>
          <a:xfrm>
            <a:off x="13437617" y="11408510"/>
            <a:ext cx="1681316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E0A2A168-BD67-8137-F349-217B6C693F73}"/>
              </a:ext>
            </a:extLst>
          </p:cNvPr>
          <p:cNvCxnSpPr>
            <a:cxnSpLocks/>
          </p:cNvCxnSpPr>
          <p:nvPr/>
        </p:nvCxnSpPr>
        <p:spPr>
          <a:xfrm>
            <a:off x="13146385" y="16524796"/>
            <a:ext cx="1681316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83B18D41-B269-DC5B-4D77-440C69B12328}"/>
              </a:ext>
            </a:extLst>
          </p:cNvPr>
          <p:cNvCxnSpPr>
            <a:cxnSpLocks/>
          </p:cNvCxnSpPr>
          <p:nvPr/>
        </p:nvCxnSpPr>
        <p:spPr>
          <a:xfrm>
            <a:off x="13187108" y="21353698"/>
            <a:ext cx="1681316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82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1FB1-4253-DF0F-6C6C-A16EB006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261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2A9F-6BC6-650C-9F65-E61666C0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36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</TotalTime>
  <Words>163</Words>
  <Application>Microsoft Office PowerPoint</Application>
  <PresentationFormat>自訂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 宗諺</dc:creator>
  <cp:lastModifiedBy>李 宗諺</cp:lastModifiedBy>
  <cp:revision>9</cp:revision>
  <dcterms:created xsi:type="dcterms:W3CDTF">2026-04-29T12:37:48Z</dcterms:created>
  <dcterms:modified xsi:type="dcterms:W3CDTF">2026-04-30T09:48:08Z</dcterms:modified>
</cp:coreProperties>
</file>